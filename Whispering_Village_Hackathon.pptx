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DC6E"/>
                </a:solidFill>
              </a:rPr>
              <a:t>Whispering Village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>
                <a:solidFill>
                  <a:srgbClr val="F0F0F5"/>
                </a:solidFill>
              </a:rPr>
              <a:t>Cognitive NPCs that remember, gossip, and change the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23360"/>
            <a:ext cx="11064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9696AA"/>
                </a:solidFill>
              </a:rPr>
              <a:t>Innovation Mission 5  •  Conversational Dialogue Systems  •  48-hour Hackathon
Team of 4  •  Pygame + Gemini + SQLite  •  Pure software 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Mission 5: Cognitive NPCs.  </a:t>
            </a:r>
            <a:r>
              <a:rPr sz="2000">
                <a:solidFill>
                  <a:srgbClr val="F0F0F5"/>
                </a:solidFill>
              </a:rPr>
              <a:t>Build game characters that hold natural conversations instead of fixed dialogue trees.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Stage 1 — Foundation:  </a:t>
            </a:r>
            <a:r>
              <a:rPr sz="2000">
                <a:solidFill>
                  <a:srgbClr val="F0F0F5"/>
                </a:solidFill>
              </a:rPr>
              <a:t>an NPC that takes free-text input and replies in character.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Stage 2 — Functional:  </a:t>
            </a:r>
            <a:r>
              <a:rPr sz="2000">
                <a:solidFill>
                  <a:srgbClr val="F0F0F5"/>
                </a:solidFill>
              </a:rPr>
              <a:t>conversations must change quests, prices, objectives, progression.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Stage 3 — Innovation:  </a:t>
            </a:r>
            <a:r>
              <a:rPr sz="2000">
                <a:solidFill>
                  <a:srgbClr val="F0F0F5"/>
                </a:solidFill>
              </a:rPr>
              <a:t>memory, personality and adaptive behaviour across sessions.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Constraint:  </a:t>
            </a:r>
            <a:r>
              <a:rPr sz="2000">
                <a:solidFill>
                  <a:srgbClr val="F0F0F5"/>
                </a:solidFill>
              </a:rPr>
              <a:t>pure software, 48 hours, basic project/API experience, demo-or-die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Our Solution: a Village That Talks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Gruff the blacksmith —  </a:t>
            </a:r>
            <a:r>
              <a:rPr sz="2000">
                <a:solidFill>
                  <a:srgbClr val="F0F0F5"/>
                </a:solidFill>
              </a:rPr>
              <a:t>gruff, honest, hates liars. Gives the Iron-Ore quest at trust ≥ 20.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Mira the merchant —  </a:t>
            </a:r>
            <a:r>
              <a:rPr sz="2000">
                <a:solidFill>
                  <a:srgbClr val="F0F0F5"/>
                </a:solidFill>
              </a:rPr>
              <a:t>chatty gossip who sells potions; prices react to trust (30% off friends, +50% enemies).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Rex the guard —  </a:t>
            </a:r>
            <a:r>
              <a:rPr sz="2000">
                <a:solidFill>
                  <a:srgbClr val="F0F0F5"/>
                </a:solidFill>
              </a:rPr>
              <a:t>strict gatekeeper; opens the Old Forest gate at trust ≥ 15, slams it at ≤ −30.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Core loop:  </a:t>
            </a:r>
            <a:r>
              <a:rPr sz="2000">
                <a:solidFill>
                  <a:srgbClr val="F0F0F5"/>
                </a:solidFill>
              </a:rPr>
              <a:t>explore → talk in natural language (or voice) → AI suggests → game validates → NPC remembers.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Golden rule:  </a:t>
            </a:r>
            <a:r>
              <a:rPr sz="2000">
                <a:solidFill>
                  <a:srgbClr val="F0F0F5"/>
                </a:solidFill>
              </a:rPr>
              <a:t>the AI suggests, the game decides — no invented rewards, no skipped quests.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Pygame client (main.py + art.py) —  </a:t>
            </a:r>
            <a:r>
              <a:rPr sz="2000">
                <a:solidFill>
                  <a:srgbClr val="F0F0F5"/>
                </a:solidFill>
              </a:rPr>
              <a:t>twilight 2D world, dialogue panel, trust bar, portraits, mic button; AI calls on background threads.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npc.py —  </a:t>
            </a:r>
            <a:r>
              <a:rPr sz="2000">
                <a:solidFill>
                  <a:srgbClr val="F0F0F5"/>
                </a:solidFill>
              </a:rPr>
              <a:t>personality prompts, mood/trust/memory state, structured JSON replies, offline fallback when AI is down.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world.py —  </a:t>
            </a:r>
            <a:r>
              <a:rPr sz="2000">
                <a:solidFill>
                  <a:srgbClr val="F0F0F5"/>
                </a:solidFill>
              </a:rPr>
              <a:t>map, quest state, gate, shop pricing; validates every AI-proposed action against trust thresholds.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memory.py + SQLite —  </a:t>
            </a:r>
            <a:r>
              <a:rPr sz="2000">
                <a:solidFill>
                  <a:srgbClr val="F0F0F5"/>
                </a:solidFill>
              </a:rPr>
              <a:t>FTS5 facts, daily summaries, rolling profile; prompt = profile + summary + top-k facts.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voice.py —  </a:t>
            </a:r>
            <a:r>
              <a:rPr sz="2000">
                <a:solidFill>
                  <a:srgbClr val="F0F0F5"/>
                </a:solidFill>
              </a:rPr>
              <a:t>mic → speech-to-text → prosody analysis → vocal expression → trust delta.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Secrets:  </a:t>
            </a:r>
            <a:r>
              <a:rPr sz="2000">
                <a:solidFill>
                  <a:srgbClr val="F0F0F5"/>
                </a:solidFill>
              </a:rPr>
              <a:t>API key lives only in backend .env — never in the game or repo.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Stage 1 — Foundation: One NPC That Talks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Free-text chat  </a:t>
            </a:r>
            <a:r>
              <a:rPr sz="2000">
                <a:solidFill>
                  <a:srgbClr val="F0F0F5"/>
                </a:solidFill>
              </a:rPr>
              <a:t>with Gruff in the terminal (chat_terminal.py) — no fixed options.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Strict JSON contract:  </a:t>
            </a:r>
            <a:r>
              <a:rPr sz="2000">
                <a:solidFill>
                  <a:srgbClr val="F0F0F5"/>
                </a:solidFill>
              </a:rPr>
              <a:t>{ reply, mood, trust_change (−15…15), learned_fact, action }.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In-character + multilingual:  </a:t>
            </a:r>
            <a:r>
              <a:rPr sz="2000">
                <a:solidFill>
                  <a:srgbClr val="F0F0F5"/>
                </a:solidFill>
              </a:rPr>
              <a:t>gruff forge-voice; understands Hinglish/code-switched input, mirrors the player's style.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Trust from tone:  </a:t>
            </a:r>
            <a:r>
              <a:rPr sz="2000">
                <a:solidFill>
                  <a:srgbClr val="F0F0F5"/>
                </a:solidFill>
              </a:rPr>
              <a:t>boasts punished, apologies rewarded — verified live against Gemini.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Stage 2 — Functional: Talk Changes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Dialogue-driven quest:  </a:t>
            </a:r>
            <a:r>
              <a:rPr sz="2000">
                <a:solidFill>
                  <a:srgbClr val="F0F0F5"/>
                </a:solidFill>
              </a:rPr>
              <a:t>earn Gruff's trust → fetch Iron Ore past Rex's gate → Iron Sword + 30 gold.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Living economy:  </a:t>
            </a:r>
            <a:r>
              <a:rPr sz="2000">
                <a:solidFill>
                  <a:srgbClr val="F0F0F5"/>
                </a:solidFill>
              </a:rPr>
              <a:t>Mira's potion price follows her opinion of you.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Consequences:  </a:t>
            </a:r>
            <a:r>
              <a:rPr sz="2000">
                <a:solidFill>
                  <a:srgbClr val="F0F0F5"/>
                </a:solidFill>
              </a:rPr>
              <a:t>insult Rex and the gate slams shut; be polite and it opens.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Demo-proof:  </a:t>
            </a:r>
            <a:r>
              <a:rPr sz="2000">
                <a:solidFill>
                  <a:srgbClr val="F0F0F5"/>
                </a:solidFill>
              </a:rPr>
              <a:t>every rule unit-tested with stubbed AI (quest gating, pricing, gate lock, bad-AI guard).</a:t>
            </a:r>
          </a:p>
        </p:txBody>
      </p:sp>
      <p:pic>
        <p:nvPicPr>
          <p:cNvPr id="5" name="Picture 4" descr="stage2_headless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371600"/>
            <a:ext cx="5394960" cy="4057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Uniqueness: a Rumor-Immunity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Real-world problem:  </a:t>
            </a:r>
            <a:r>
              <a:rPr sz="2000">
                <a:solidFill>
                  <a:srgbClr val="F0F0F5"/>
                </a:solidFill>
              </a:rPr>
              <a:t>misinformation spreads faster than facts (Bad News game, N=15k, Nature).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Our twist:  </a:t>
            </a:r>
            <a:r>
              <a:rPr sz="2000">
                <a:solidFill>
                  <a:srgbClr val="F0F0F5"/>
                </a:solidFill>
              </a:rPr>
              <a:t>the Stage-3 gossip engine that spreads lies between NPCs becomes the mechanic that teaches verification.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Quest:  </a:t>
            </a:r>
            <a:r>
              <a:rPr sz="2000">
                <a:solidFill>
                  <a:srgbClr val="F0F0F5"/>
                </a:solidFill>
              </a:rPr>
              <a:t>Rex plants a fake ‘poisoned well’ rumor — the quest completes only after cross-checking with 2 NPCs.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Second layer:  </a:t>
            </a:r>
            <a:r>
              <a:rPr sz="2000">
                <a:solidFill>
                  <a:srgbClr val="F0F0F5"/>
                </a:solidFill>
              </a:rPr>
              <a:t>Hinglish merchant = low-pressure language practice (Duolingo Max precedent); empathy-gated quests reward kindness.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Pitch line:  </a:t>
            </a:r>
            <a:r>
              <a:rPr sz="2000">
                <a:solidFill>
                  <a:srgbClr val="F0F0F5"/>
                </a:solidFill>
              </a:rPr>
              <a:t>“The NPC doesn't just parse words — the village teaches you whom to trust.”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Voice Expression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Pipeline:  </a:t>
            </a:r>
            <a:r>
              <a:rPr sz="2000">
                <a:solidFill>
                  <a:srgbClr val="F0F0F5"/>
                </a:solidFill>
              </a:rPr>
              <a:t>mic → free speech-to-text → numpy prosody (pitch, energy, pace, pauses, jitter) → expression.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7 expressions:  </a:t>
            </a:r>
            <a:r>
              <a:rPr sz="2000">
                <a:solidFill>
                  <a:srgbClr val="F0F0F5"/>
                </a:solidFill>
              </a:rPr>
              <a:t>kind, genuine, overconfident, nervous, sad, rude, deceptive — each moves trust (−6…+6).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Research-backed cues:  </a:t>
            </a:r>
            <a:r>
              <a:rPr sz="2000">
                <a:solidFill>
                  <a:srgbClr val="F0F0F5"/>
                </a:solidFill>
              </a:rPr>
              <a:t>rising pitch + slow = uncertain; raised pitch-max + hesitations = shifty.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UI:  </a:t>
            </a:r>
            <a:r>
              <a:rPr sz="2000">
                <a:solidFill>
                  <a:srgbClr val="F0F0F5"/>
                </a:solidFill>
              </a:rPr>
              <a:t>mic button + V key, pulsing REC dot, transcript arrives as ‘You (voice, kind): …’.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Fallbacks:  </a:t>
            </a:r>
            <a:r>
              <a:rPr sz="2000">
                <a:solidFill>
                  <a:srgbClr val="F0F0F5"/>
                </a:solidFill>
              </a:rPr>
              <a:t>no mic / offline → typed text; per-player calibration for personal thresholds.</a:t>
            </a:r>
          </a:p>
        </p:txBody>
      </p:sp>
      <p:pic>
        <p:nvPicPr>
          <p:cNvPr id="5" name="Picture 4" descr="mic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35" y="1371600"/>
            <a:ext cx="5394960" cy="4057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Persistent Memory That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Problem:  </a:t>
            </a:r>
            <a:r>
              <a:rPr sz="2000">
                <a:solidFill>
                  <a:srgbClr val="F0F0F5"/>
                </a:solidFill>
              </a:rPr>
              <a:t>10,000 conversations can't fit in a prompt — so we never send history.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Design:  </a:t>
            </a:r>
            <a:r>
              <a:rPr sz="2000">
                <a:solidFill>
                  <a:srgbClr val="F0F0F5"/>
                </a:solidFill>
              </a:rPr>
              <a:t>short-term buffer (last 8 turns) + SQLite long-term: FTS5 facts, daily summaries, rolling profile.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Nightly reflection:  </a:t>
            </a:r>
            <a:r>
              <a:rPr sz="2000">
                <a:solidFill>
                  <a:srgbClr val="F0F0F5"/>
                </a:solidFill>
              </a:rPr>
              <a:t>each in-game day, every NPC dreams the day into durable facts (Generative-Agents pattern).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Retrieval:  </a:t>
            </a:r>
            <a:r>
              <a:rPr sz="2000">
                <a:solidFill>
                  <a:srgbClr val="F0F0F5"/>
                </a:solidFill>
              </a:rPr>
              <a:t>relevance + importance + recency → top-4 facts per reply; proven persistent across restarts.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Live Demo (3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1. Talk:  </a:t>
            </a:r>
            <a:r>
              <a:rPr sz="2000">
                <a:solidFill>
                  <a:srgbClr val="F0F0F5"/>
                </a:solidFill>
              </a:rPr>
              <a:t>greet Gruff, tell him your name — he remembers it after a restart.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2. Quest:  </a:t>
            </a:r>
            <a:r>
              <a:rPr sz="2000">
                <a:solidFill>
                  <a:srgbClr val="F0F0F5"/>
                </a:solidFill>
              </a:rPr>
              <a:t>earn trust, take the Iron-Ore quest, convince Rex, fetch the glowing ore.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3. Voice:  </a:t>
            </a:r>
            <a:r>
              <a:rPr sz="2000">
                <a:solidFill>
                  <a:srgbClr val="F0F0F5"/>
                </a:solidFill>
              </a:rPr>
              <a:t>speak kindly to Mira (trust jumps) vs arrogantly to Rex (gate stays shut).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4. Memory:  </a:t>
            </a:r>
            <a:r>
              <a:rPr sz="2000">
                <a:solidFill>
                  <a:srgbClr val="F0F0F5"/>
                </a:solidFill>
              </a:rPr>
              <a:t>/sleep → NPCs summarize the day; /status shows the diary.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5. Rumor:  </a:t>
            </a:r>
            <a:r>
              <a:rPr sz="2000">
                <a:solidFill>
                  <a:srgbClr val="F0F0F5"/>
                </a:solidFill>
              </a:rPr>
              <a:t>verify Rex's well rumor with two villagers to complete the immunity quest.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6AA"/>
                </a:solidFill>
              </a:rPr>
              <a:t>Whispering Village  •  Cognitive NPCs — Conversational Dialogue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C6E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Stack:  </a:t>
            </a:r>
            <a:r>
              <a:rPr sz="2000">
                <a:solidFill>
                  <a:srgbClr val="F0F0F5"/>
                </a:solidFill>
              </a:rPr>
              <a:t>Python + Pygame + Gemini + SQLite — all free-tier, all offline-capable.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Proof:  </a:t>
            </a:r>
            <a:r>
              <a:rPr sz="2000">
                <a:solidFill>
                  <a:srgbClr val="F0F0F5"/>
                </a:solidFill>
              </a:rPr>
              <a:t>unit-tested rules, headless render tests, live-API verified, check_api.py diagnostics.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Next:  </a:t>
            </a:r>
            <a:r>
              <a:rPr sz="2000">
                <a:solidFill>
                  <a:srgbClr val="F0F0F5"/>
                </a:solidFill>
              </a:rPr>
              <a:t>full rumor map UI, pixel-font polish, Vosk offline speech-to-text.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F0F0F5"/>
                </a:solidFill>
              </a:rPr>
              <a:t>•  Whispering Village —  </a:t>
            </a:r>
            <a:r>
              <a:rPr sz="2000">
                <a:solidFill>
                  <a:srgbClr val="F0F0F5"/>
                </a:solidFill>
              </a:rPr>
              <a:t>where every conversation changes the game.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