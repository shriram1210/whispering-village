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 shriram" userId="28b608ad729ca099" providerId="LiveId" clId="{EAF048BC-8F3C-4FA4-9AAF-861A4CD45ACC}"/>
    <pc:docChg chg="modSld sldOrd">
      <pc:chgData name="K shriram" userId="28b608ad729ca099" providerId="LiveId" clId="{EAF048BC-8F3C-4FA4-9AAF-861A4CD45ACC}" dt="2026-10-15T02:32:46.565" v="1"/>
      <pc:docMkLst>
        <pc:docMk/>
      </pc:docMkLst>
      <pc:sldChg chg="ord">
        <pc:chgData name="K shriram" userId="28b608ad729ca099" providerId="LiveId" clId="{EAF048BC-8F3C-4FA4-9AAF-861A4CD45ACC}" dt="2026-10-15T02:32:46.565" v="1"/>
        <pc:sldMkLst>
          <pc:docMk/>
          <pc:sldMk cId="0" sldId="26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696AA"/>
                </a:solidFill>
              </a:rPr>
              <a:t>Whispering Village  •  Stage 2 build  •  Cognitive NPCs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600" b="1">
                <a:solidFill>
                  <a:srgbClr val="FFDC6E"/>
                </a:solidFill>
              </a:rPr>
              <a:t>Whispering Village — Stage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926080"/>
            <a:ext cx="1106424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F0F0F5"/>
                </a:solidFill>
              </a:rPr>
              <a:t>A playable village where conversations change the game
Talk • earn trust • sleep • watch rumors spread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696AA"/>
                </a:solidFill>
              </a:rPr>
              <a:t>Whispering Village  •  Stage 2 build  •  Cognitive NPCs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DC6E"/>
                </a:solidFill>
              </a:rPr>
              <a:t>Stage 2 — what we built and verified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6035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0F0F5"/>
                </a:solidFill>
              </a:rPr>
              <a:t>•  Playable twilight village: walk, talk to Gruff / Mira / Rex, quest, shop, gate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0F5"/>
                </a:solidFill>
              </a:rPr>
              <a:t>•  Trust engine: one score drives quests, prices, secrets and the gate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0F5"/>
                </a:solidFill>
              </a:rPr>
              <a:t>•  SQLite memory: facts + nightly summaries, survives restarts (19-check suite green)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0F5"/>
                </a:solidFill>
              </a:rPr>
              <a:t>•  Voice mode: mic button + V key, tone shifts trust, Hinglish understood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0F5"/>
                </a:solidFill>
              </a:rPr>
              <a:t>•  Stage 3 gossip engine + rumor map already live on top of it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0F5"/>
                </a:solidFill>
              </a:rPr>
              <a:t>•  Every rule unit-tested with stubbed AI — zero quota burned in tests</a:t>
            </a:r>
          </a:p>
        </p:txBody>
      </p:sp>
      <p:pic>
        <p:nvPicPr>
          <p:cNvPr id="5" name="Picture 4" descr="wal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535" y="1371600"/>
            <a:ext cx="5394960" cy="40574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696AA"/>
                </a:solidFill>
              </a:rPr>
              <a:t>Whispering Village  •  Stage 2 build  •  Cognitive NPCs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DC6E"/>
                </a:solidFill>
              </a:rPr>
              <a:t>How it works — AI suggests, game decides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0F0F5"/>
                </a:solidFill>
              </a:rPr>
              <a:t>•  Player types/speaks → LLM replies in character + proposes an action (JSON)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0F5"/>
                </a:solidFill>
              </a:rPr>
              <a:t>•  world.py validates against trust + quest state — the AI can never invent rewards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0F5"/>
                </a:solidFill>
              </a:rPr>
              <a:t>•  Night: gossip.py retells memories villager-to-villager, distorted by personality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0F5"/>
                </a:solidFill>
              </a:rPr>
              <a:t>•  Offline fallback at every layer — the full loop demos with no internet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0F5"/>
                </a:solidFill>
              </a:rPr>
              <a:t>•  Keys live only in .env; check_api.py diagnoses the AI link in seconds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696AA"/>
                </a:solidFill>
              </a:rPr>
              <a:t>Whispering Village  •  Stage 2 build  •  Cognitive NPCs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DC6E"/>
                </a:solidFill>
              </a:rPr>
              <a:t>What makes it unique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6035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0F0F5"/>
                </a:solidFill>
              </a:rPr>
              <a:t>•  Mutating gossip: Mira doubles numbers, Gruff grunts, Rex files reports — lies evolve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0F5"/>
                </a:solidFill>
              </a:rPr>
              <a:t>•  Rumor map: live graph of who-believes-what, click any villager to inspect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0F5"/>
                </a:solidFill>
              </a:rPr>
              <a:t>•  Tone-aware NPCs: loud/fast reads rude (−6), quiet/slow reads sad (+3 sympathy)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0F5"/>
                </a:solidFill>
              </a:rPr>
              <a:t>•  Forgetting-proof memory: 10 or 10,000 chats cost the same prompt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0F5"/>
                </a:solidFill>
              </a:rPr>
              <a:t>•  Trust economy: kindness is literally currency (prices, quests, gates, secrets)</a:t>
            </a:r>
          </a:p>
        </p:txBody>
      </p:sp>
      <p:pic>
        <p:nvPicPr>
          <p:cNvPr id="5" name="Picture 4" descr="goss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535" y="1371600"/>
            <a:ext cx="5394960" cy="40574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696AA"/>
                </a:solidFill>
              </a:rPr>
              <a:t>Whispering Village  •  Stage 2 build  •  Cognitive NPCs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DC6E"/>
                </a:solidFill>
              </a:rPr>
              <a:t>Real-world problem it solves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0F0F5"/>
                </a:solidFill>
              </a:rPr>
              <a:t>•  Misinformation: rumors outrun facts — our village is a playable inoculation lab (Bad News game precedent, N=15k)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0F5"/>
                </a:solidFill>
              </a:rPr>
              <a:t>•  Language access: code-switched players get spoken-back Hinglish, not broken English (Duolingo Max precedent)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0F5"/>
                </a:solidFill>
              </a:rPr>
              <a:t>•  Empathy practice: kindness-gated quests reward how you treat people, safely rehearsable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0F5"/>
                </a:solidFill>
              </a:rPr>
              <a:t>•  Low-literacy play: voice-first input, icon buttons, short sentences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696AA"/>
                </a:solidFill>
              </a:rPr>
              <a:t>Whispering Village  •  Stage 2 build  •  Cognitive NPCs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DC6E"/>
                </a:solidFill>
              </a:rPr>
              <a:t>How we built Stage 2 differently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6035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0F0F5"/>
                </a:solidFill>
              </a:rPr>
              <a:t>•  Deterministic core, AI at the edges: rules tested headless, LLM only flavors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0F5"/>
                </a:solidFill>
              </a:rPr>
              <a:t>•  Unity-to-Pygame art pipeline: characters batch-rendered in Unity 6, chroma-keyed in (SpriteBaker.cs)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0F5"/>
                </a:solidFill>
              </a:rPr>
              <a:t>•  Mic you can see: procedural mic button + REC pulse + device diagnostics, no assets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0F5"/>
                </a:solidFill>
              </a:rPr>
              <a:t>•  Proof over promises: GOSSIP_OK, BACKEND_OK, THREAD_OK suites + rendered screenshots from real code</a:t>
            </a:r>
          </a:p>
        </p:txBody>
      </p:sp>
      <p:pic>
        <p:nvPicPr>
          <p:cNvPr id="5" name="Picture 4" descr="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535" y="1371600"/>
            <a:ext cx="5394960" cy="40574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696AA"/>
                </a:solidFill>
              </a:rPr>
              <a:t>Whispering Village  •  Stage 2 build  •  Cognitive NPCs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DC6E"/>
                </a:solidFill>
              </a:rPr>
              <a:t>Live demo + what is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0F0F5"/>
                </a:solidFill>
              </a:rPr>
              <a:t>•  Demo: greet Mira → earn Gruff's quest → open Rex's gate → fetch ore → Sleep → open the rumor map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0F5"/>
                </a:solidFill>
              </a:rPr>
              <a:t>•  Contrast: kind voice vs arrogant voice — same words, different village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0F5"/>
                </a:solidFill>
              </a:rPr>
              <a:t>•  Proof: /status diary, restart persistence, offline mode with wifi killed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0F5"/>
                </a:solidFill>
              </a:rPr>
              <a:t>•  Next: pixel font, Vosk offline speech-to-text, 2 more villagers, rumor-map overlay polish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592</Words>
  <Application>Microsoft Office PowerPoint</Application>
  <PresentationFormat>Widescreen</PresentationFormat>
  <Paragraphs>43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 shriram</cp:lastModifiedBy>
  <cp:revision>1</cp:revision>
  <dcterms:created xsi:type="dcterms:W3CDTF">2013-01-27T09:14:16Z</dcterms:created>
  <dcterms:modified xsi:type="dcterms:W3CDTF">2026-10-15T02:32:57Z</dcterms:modified>
  <cp:category/>
</cp:coreProperties>
</file>