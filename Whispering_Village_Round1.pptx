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E5EEDE"/>
          </a:solidFill>
          <a:ln>
            <a:solidFill>
              <a:srgbClr val="E5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19472"/>
            <a:ext cx="2103120" cy="31089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5093208"/>
            <a:ext cx="1920240" cy="25603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0" y="4846320"/>
            <a:ext cx="2011680" cy="36576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5074920"/>
            <a:ext cx="2286000" cy="274320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4882896"/>
            <a:ext cx="1828800" cy="329184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49840" y="5102352"/>
            <a:ext cx="2041855" cy="25603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0" y="594360"/>
            <a:ext cx="201168" cy="201168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91088" y="594360"/>
            <a:ext cx="201168" cy="201168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92256" y="594360"/>
            <a:ext cx="201168" cy="201168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20" y="795528"/>
            <a:ext cx="201168" cy="201168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91088" y="795528"/>
            <a:ext cx="201168" cy="201168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92256" y="795528"/>
            <a:ext cx="201168" cy="201168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85800"/>
            <a:ext cx="6400800" cy="36576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B5B27"/>
                </a:solidFill>
                <a:latin typeface="Aptos"/>
              </a:defRPr>
            </a:pPr>
            <a:r>
              <a:t>FARLANDS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261872"/>
            <a:ext cx="7315200" cy="29260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85603D"/>
                </a:solidFill>
                <a:latin typeface="Aptos"/>
              </a:defRPr>
            </a:pPr>
            <a:r>
              <a:t>ROUND 1 — CONCEPT &amp;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783080"/>
            <a:ext cx="10058400" cy="9601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222B24"/>
                </a:solidFill>
                <a:latin typeface="Aptos"/>
              </a:defRPr>
            </a:pPr>
            <a:r>
              <a:t>MISSION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880360"/>
            <a:ext cx="9601200" cy="59436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E372F"/>
                </a:solidFill>
                <a:latin typeface="Aptos"/>
              </a:defRPr>
            </a:pPr>
            <a:r>
              <a:t>Concept &amp; Initial Planning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3767328"/>
            <a:ext cx="914400" cy="7315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023360"/>
            <a:ext cx="9144000" cy="4114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26D63"/>
                </a:solidFill>
                <a:latin typeface="Aptos"/>
              </a:defRPr>
            </a:pPr>
            <a:r>
              <a:t>Understand the problem. Plan the build. Define success.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897880"/>
            <a:ext cx="10058400" cy="2743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22B24"/>
                </a:solidFill>
                <a:latin typeface="Aptos"/>
              </a:defRPr>
            </a:pPr>
            <a:r>
              <a:t>TEAM: Team Whispering Village     •     MISSION: 05 — Cognitive NPCs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91072"/>
            <a:ext cx="64008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EDITABLE POWERPOINT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35640" y="292608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4512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73384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35640" y="411480"/>
            <a:ext cx="118872" cy="118872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4512" y="411480"/>
            <a:ext cx="118872" cy="118872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3384" y="411480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FARLANDS 2026  /  ROUND 1 — CONCEPT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FARLANDS 2026  •  MINIMAL MINECRAFT-INSPIRED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"/>
            <a:ext cx="10789920" cy="5029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222B24"/>
                </a:solidFill>
                <a:latin typeface="Aptos"/>
              </a:defRPr>
            </a:pPr>
            <a:r>
              <a:t>Problem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10698480" cy="32004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Define the problem before choosing the build.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NPCs still use fixed dialogue trees and forget everything</a:t>
            </a:r>
          </a:p>
          <a:p>
            <a:pPr/>
            <a:r>
              <a:t>• Mission 5 asks for cognitive NPCs: natural talk that drives quests</a:t>
            </a:r>
          </a:p>
          <a:p>
            <a:pPr/>
            <a:r>
              <a:t>• ...and remembers the player across 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1874519"/>
            <a:ext cx="64008" cy="416052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3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Players lose immersion; learners get no safe practice space</a:t>
            </a:r>
          </a:p>
          <a:p>
            <a:pPr/>
            <a:r>
              <a:t>• Real-world link: misinformation defense, language access, empathy training</a:t>
            </a:r>
          </a:p>
          <a:p>
            <a:pPr/>
            <a:r>
              <a:t>• A village that teaches whom to trust helps all three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SCOPE &amp;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Scope: 1 village, 3 NPCs, text + voice, SQLite memory</a:t>
            </a:r>
          </a:p>
          <a:p>
            <a:pPr/>
            <a:r>
              <a:t>• Assume: laptop hardware, free-tier LLM + offline fallback</a:t>
            </a:r>
          </a:p>
          <a:p>
            <a:pPr/>
            <a:r>
              <a:t>• Validate: trust-gated quest, memory after restart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35640" y="292608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4512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73384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35640" y="411480"/>
            <a:ext cx="118872" cy="118872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4512" y="411480"/>
            <a:ext cx="118872" cy="118872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3384" y="411480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FARLANDS 2026  /  ROUND 1 — CONCEPT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FARLANDS 2026  •  MINIMAL MINECRAFT-INSPIRED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"/>
            <a:ext cx="10789920" cy="5029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222B24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10698480" cy="32004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Describe the simplest useful solution you intend to build.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Whispering Village: Gruff (smith), Mira (merchant), Rex (guard)</a:t>
            </a:r>
          </a:p>
          <a:p>
            <a:pPr/>
            <a:r>
              <a:t>• They converse naturally, score trust, gossip overnight</a:t>
            </a:r>
          </a:p>
          <a:p>
            <a:pPr/>
            <a:r>
              <a:t>• Quests, prices and gates change by what — and how — you speak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1874519"/>
            <a:ext cx="64008" cy="416052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3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Type/speak → LLM replies in character + proposes an action</a:t>
            </a:r>
          </a:p>
          <a:p>
            <a:pPr/>
            <a:r>
              <a:t>• Game validates against trust rules; memory is saved</a:t>
            </a:r>
          </a:p>
          <a:p>
            <a:pPr/>
            <a:r>
              <a:t>• Nights: NPCs summarize the day; voice tone shifts trust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MINIMUM 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Walkable village + 3 talking NPCs + 1 dialogue-driven quest</a:t>
            </a:r>
          </a:p>
          <a:p>
            <a:pPr/>
            <a:r>
              <a:t>• Restart-proof memory + 3-minute judge demo</a:t>
            </a:r>
          </a:p>
          <a:p>
            <a:pPr/>
            <a:r>
              <a:t>• Whole loop demoable fully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35640" y="292608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4512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73384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35640" y="411480"/>
            <a:ext cx="118872" cy="118872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4512" y="411480"/>
            <a:ext cx="118872" cy="118872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3384" y="411480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FARLANDS 2026  /  ROUND 1 — CONCEPT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FARLANDS 2026  •  MINIMAL MINECRAFT-INSPIRED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"/>
            <a:ext cx="10789920" cy="5029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222B24"/>
                </a:solidFill>
                <a:latin typeface="Aptos"/>
              </a:defRPr>
            </a:pPr>
            <a:r>
              <a:t>Initial 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10698480" cy="32004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Show the planned flow of information and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29260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74519"/>
            <a:ext cx="64008" cy="411480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84248"/>
            <a:ext cx="2651760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22B24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50008"/>
            <a:ext cx="2633472" cy="358444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6D63"/>
                </a:solidFill>
                <a:latin typeface="Aptos"/>
              </a:defRPr>
            </a:pPr>
            <a:r>
              <a:t>• Typed text, mic voice (V key / mic button)</a:t>
            </a:r>
          </a:p>
          <a:p>
            <a:pPr/>
            <a:r>
              <a:t>• Player position + proximity to NPCs</a:t>
            </a:r>
          </a:p>
          <a:p>
            <a:pPr/>
            <a:r>
              <a:t>• Trust, quest, inventory and memory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874519"/>
            <a:ext cx="29260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1874519"/>
            <a:ext cx="64008" cy="411480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984248"/>
            <a:ext cx="2651760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22B2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350008"/>
            <a:ext cx="2633472" cy="358444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6D63"/>
                </a:solidFill>
                <a:latin typeface="Aptos"/>
              </a:defRPr>
            </a:pPr>
            <a:r>
              <a:t>• npc.py prompts (persona + memories + game context) → LLM JSON</a:t>
            </a:r>
          </a:p>
          <a:p>
            <a:pPr/>
            <a:r>
              <a:t>• voice.py prosody → expression → trust delta</a:t>
            </a:r>
          </a:p>
          <a:p>
            <a:pPr/>
            <a:r>
              <a:t>• world.py validates every AI-proposed action (AI suggests, game decides)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1874519"/>
            <a:ext cx="29260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1874519"/>
            <a:ext cx="64008" cy="411480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1984248"/>
            <a:ext cx="2651760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22B24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350008"/>
            <a:ext cx="2633472" cy="358444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6D63"/>
                </a:solidFill>
                <a:latin typeface="Aptos"/>
              </a:defRPr>
            </a:pPr>
            <a:r>
              <a:t>• In-character replies with mood, trust bar, portraits</a:t>
            </a:r>
          </a:p>
          <a:p>
            <a:pPr/>
            <a:r>
              <a:t>• Quest / price / gate changes on screen</a:t>
            </a:r>
          </a:p>
          <a:p>
            <a:pPr/>
            <a:r>
              <a:t>• Rumor-verification quests, diary summaries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749039"/>
            <a:ext cx="868680" cy="457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4114800" y="3593592"/>
            <a:ext cx="292608" cy="347472"/>
          </a:xfrm>
          <a:prstGeom prst="chevron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35240" y="3749039"/>
            <a:ext cx="868680" cy="457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8229600" y="3593592"/>
            <a:ext cx="292608" cy="347472"/>
          </a:xfrm>
          <a:prstGeom prst="chevron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35640" y="292608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4512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73384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35640" y="411480"/>
            <a:ext cx="118872" cy="118872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4512" y="411480"/>
            <a:ext cx="118872" cy="118872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3384" y="411480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FARLANDS 2026  /  ROUND 1 — CONCEPT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FARLANDS 2026  •  MINIMAL MINECRAFT-INSPIRED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"/>
            <a:ext cx="10789920" cy="5029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222B24"/>
                </a:solidFill>
                <a:latin typeface="Aptos"/>
              </a:defRPr>
            </a:pPr>
            <a:r>
              <a:t>Technology &amp; 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10698480" cy="32004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List what you plan to use; a working build is not expected yet.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None required — pure software build</a:t>
            </a:r>
          </a:p>
          <a:p>
            <a:pPr/>
            <a:r>
              <a:t>• Dev + player laptop only</a:t>
            </a:r>
          </a:p>
          <a:p>
            <a:pPr/>
            <a:r>
              <a:t>• Optional microphone for voice 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1874519"/>
            <a:ext cx="64008" cy="416052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3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Python 3.14, Pygame-ce, SQLite FTS5</a:t>
            </a:r>
          </a:p>
          <a:p>
            <a:pPr/>
            <a:r>
              <a:t>• google-genai (Gemini) + OpenAI-compatible OpenCode gateway</a:t>
            </a:r>
          </a:p>
          <a:p>
            <a:pPr/>
            <a:r>
              <a:t>• SpeechRecognition, sounddevice, VADER sentiment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DATA &amp; 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data/npcs.json (personalities), game_memory.db (runtime memory)</a:t>
            </a:r>
          </a:p>
          <a:p>
            <a:pPr/>
            <a:r>
              <a:t>• Free-tier LLM + built-in offline replies — no datasets needed</a:t>
            </a:r>
          </a:p>
          <a:p>
            <a:pPr/>
            <a:r>
              <a:t>• check_api.py diagnoses the AI link in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35640" y="292608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4512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73384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35640" y="411480"/>
            <a:ext cx="118872" cy="118872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4512" y="411480"/>
            <a:ext cx="118872" cy="118872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3384" y="411480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FARLANDS 2026  /  ROUND 1 — CONCEPT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FARLANDS 2026  •  MINIMAL MINECRAFT-INSPIRED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"/>
            <a:ext cx="10789920" cy="5029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222B24"/>
                </a:solidFill>
                <a:latin typeface="Aptos"/>
              </a:defRPr>
            </a:pPr>
            <a:r>
              <a:t>Feasibility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10698480" cy="32004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Identify what could block the plan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KEY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Free-tier quota holds for a 3-minute demo</a:t>
            </a:r>
          </a:p>
          <a:p>
            <a:pPr/>
            <a:r>
              <a:t>• pygame-ce wheels exist for Python 3.14 (verified)</a:t>
            </a:r>
          </a:p>
          <a:p>
            <a:pPr/>
            <a:r>
              <a:t>• 2D scope stays fixed; no 3D engine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1874519"/>
            <a:ext cx="64008" cy="416052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3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TECHNICAL RISKS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LLM latency / model retirements → multi-model fallback + timeout</a:t>
            </a:r>
          </a:p>
          <a:p>
            <a:pPr/>
            <a:r>
              <a:t>• No mic on demo laptop → typed mode covers everything</a:t>
            </a:r>
          </a:p>
          <a:p>
            <a:pPr/>
            <a:r>
              <a:t>• Bad AI output → game validates; AI can never invent rewards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BACKUP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Fully offline mode demos the whole loop (built-in replies)</a:t>
            </a:r>
          </a:p>
          <a:p>
            <a:pPr/>
            <a:r>
              <a:t>• Terminal-chat fallback if Pygame fails</a:t>
            </a:r>
          </a:p>
          <a:p>
            <a:pPr/>
            <a:r>
              <a:t>• Pre-recorded demo video as last resort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35640" y="292608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4512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73384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35640" y="411480"/>
            <a:ext cx="118872" cy="118872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4512" y="411480"/>
            <a:ext cx="118872" cy="118872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3384" y="411480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FARLANDS 2026  /  ROUND 1 — CONCEPT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FARLANDS 2026  •  MINIMAL MINECRAFT-INSPIRED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"/>
            <a:ext cx="10789920" cy="5029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222B24"/>
                </a:solidFill>
                <a:latin typeface="Aptos"/>
              </a:defRPr>
            </a:pPr>
            <a:r>
              <a:t>36-Hour Build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10698480" cy="32004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Plan milestones across the available development window.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240280"/>
            <a:ext cx="26334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240280"/>
            <a:ext cx="64008" cy="182880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350008"/>
            <a:ext cx="2359152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22B24"/>
                </a:solidFill>
                <a:latin typeface="Aptos"/>
              </a:defRPr>
            </a:pPr>
            <a:r>
              <a:t>01 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715768"/>
            <a:ext cx="2340864" cy="129844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Milestone: village scene, movement, dialogue panel (M1+M2)</a:t>
            </a:r>
          </a:p>
          <a:p>
            <a:pPr/>
            <a:r>
              <a:t>• Target: walk + talk with placeholder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2240280"/>
            <a:ext cx="26334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56432" y="2240280"/>
            <a:ext cx="64008" cy="182880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350008"/>
            <a:ext cx="2359152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22B24"/>
                </a:solidFill>
                <a:latin typeface="Aptos"/>
              </a:defRPr>
            </a:pPr>
            <a:r>
              <a:t>02  CORE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715768"/>
            <a:ext cx="2340864" cy="129844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Milestone: real AI replies, trust system, quest/gate/shop rules (M2+M3)</a:t>
            </a:r>
          </a:p>
          <a:p>
            <a:pPr/>
            <a:r>
              <a:t>• Target: quest completable purely by talking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2240280"/>
            <a:ext cx="26334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2784" y="2240280"/>
            <a:ext cx="64008" cy="182880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350008"/>
            <a:ext cx="2359152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22B24"/>
                </a:solidFill>
                <a:latin typeface="Aptos"/>
              </a:defRPr>
            </a:pPr>
            <a:r>
              <a:t>03 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715768"/>
            <a:ext cx="2340864" cy="129844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Milestone: SQLite memory + summaries, voice mode, rumor quest (all)</a:t>
            </a:r>
          </a:p>
          <a:p>
            <a:pPr/>
            <a:r>
              <a:t>• Target: restart-proof memory + tone-based trust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2240280"/>
            <a:ext cx="263347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2240280"/>
            <a:ext cx="64008" cy="182880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2350008"/>
            <a:ext cx="2359152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22B24"/>
                </a:solidFill>
                <a:latin typeface="Aptos"/>
              </a:defRPr>
            </a:pPr>
            <a:r>
              <a:t>04  TEST &amp; STABILIZE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2715768"/>
            <a:ext cx="2340864" cy="129844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Milestone: headless tests, quota-safe demo script, docs (M4+all)</a:t>
            </a:r>
          </a:p>
          <a:p>
            <a:pPr/>
            <a:r>
              <a:t>• Target: reliable 3-minute demo + this deck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34840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434840"/>
            <a:ext cx="64008" cy="105156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544568"/>
            <a:ext cx="10698480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B24"/>
                </a:solidFill>
                <a:latin typeface="Aptos"/>
              </a:defRPr>
            </a:pPr>
            <a:r>
              <a:t>TEAM RESPONSIBILITIES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4910327"/>
            <a:ext cx="10680192" cy="521207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26D63"/>
                </a:solidFill>
                <a:latin typeface="Aptos"/>
              </a:defRPr>
            </a:pPr>
            <a:r>
              <a:t>• Member 1: Pygame world + art   • Member 2: AI dialogue + voice</a:t>
            </a:r>
          </a:p>
          <a:p>
            <a:pPr/>
            <a:r>
              <a:t>• Member 3: memory + quests + rules   • Member 4: integration, tests,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35640" y="292608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4512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73384" y="292608"/>
            <a:ext cx="118872" cy="118872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35640" y="411480"/>
            <a:ext cx="118872" cy="118872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4512" y="411480"/>
            <a:ext cx="118872" cy="118872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73384" y="411480"/>
            <a:ext cx="118872" cy="118872"/>
          </a:xfrm>
          <a:prstGeom prst="rect">
            <a:avLst/>
          </a:prstGeom>
          <a:solidFill>
            <a:srgbClr val="2B5B27"/>
          </a:solidFill>
          <a:ln>
            <a:solidFill>
              <a:srgbClr val="2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FARLANDS 2026  /  ROUND 1 — CONCEPT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AE4D5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26D63"/>
                </a:solidFill>
                <a:latin typeface="Aptos"/>
              </a:defRPr>
            </a:pPr>
            <a:r>
              <a:t>FARLANDS 2026  •  MINIMAL MINECRAFT-INSPIRED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B5B2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"/>
            <a:ext cx="10789920" cy="50292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222B24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10698480" cy="320040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Define how you will know the solution is working.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Free-text talk, no fixed options</a:t>
            </a:r>
          </a:p>
          <a:p>
            <a:pPr/>
            <a:r>
              <a:t>• Quest completes only via validated dialogue</a:t>
            </a:r>
          </a:p>
          <a:p>
            <a:pPr/>
            <a:r>
              <a:t>• Memory provable after restart; voice visibly moves trust; runs offline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1874519"/>
            <a:ext cx="64008" cy="4160520"/>
          </a:xfrm>
          <a:prstGeom prst="rect">
            <a:avLst/>
          </a:prstGeom>
          <a:solidFill>
            <a:srgbClr val="85603D"/>
          </a:solidFill>
          <a:ln>
            <a:solidFill>
              <a:srgbClr val="856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3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DEMO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1. Name → quest → Rex gate → glowing ore → sword</a:t>
            </a:r>
          </a:p>
          <a:p>
            <a:pPr/>
            <a:r>
              <a:t>• 2. Kind vs arrogant voice contrast on trust</a:t>
            </a:r>
          </a:p>
          <a:p>
            <a:pPr/>
            <a:r>
              <a:t>• 3. /sleep summary + rumor-verification quest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874519"/>
            <a:ext cx="358444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874519"/>
            <a:ext cx="64008" cy="4160520"/>
          </a:xfrm>
          <a:prstGeom prst="rect">
            <a:avLst/>
          </a:prstGeom>
          <a:solidFill>
            <a:srgbClr val="539741"/>
          </a:solidFill>
          <a:ln>
            <a:solidFill>
              <a:srgbClr val="53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84248"/>
            <a:ext cx="3310128" cy="310896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2B24"/>
                </a:solidFill>
                <a:latin typeface="Aptos"/>
              </a:defRPr>
            </a:pPr>
            <a:r>
              <a:t>GUIDANCE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50008"/>
            <a:ext cx="3291840" cy="3630168"/>
          </a:xfrm>
          <a:prstGeom prst="rect">
            <a:avLst/>
          </a:prstGeom>
          <a:noFill/>
        </p:spPr>
        <p:txBody>
          <a:bodyPr wrap="none" lIns="64008" rIns="64008" tIns="36576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26D63"/>
                </a:solidFill>
                <a:latin typeface="Aptos"/>
              </a:defRPr>
            </a:pPr>
            <a:r>
              <a:t>• How is uniqueness weighted vs polish in judging?</a:t>
            </a:r>
          </a:p>
          <a:p>
            <a:pPr/>
            <a:r>
              <a:t>• Is a fully-offline demo acceptable if venue net fails?</a:t>
            </a:r>
          </a:p>
          <a:p>
            <a:pPr/>
            <a:r>
              <a:t>• Advice on scaling gossip from 3 to 5 NPCs?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FARLANDS 2026 — Round 1 — Concept &amp; Planning</dc:title>
  <dc:subject/>
  <dc:creator>FARLANDS 2026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